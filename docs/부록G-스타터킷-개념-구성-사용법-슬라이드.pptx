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킷이 무엇인지, 무엇으로 이루어졌는지, 어떻게 쓰는지 순서로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핵심: 실행 프로그램이 아니라 '약속을 적어 둔 문서 묶음'입니다.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왼쪽이 지금까지의 방식, 오른쪽이 이 킷을 쓸 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비유 하나만 기억해도 킷의 목적은 다 설명됩니다.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부록E 온보딩 슬라이드와 같은 비유를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1번만 팀이 채우고, 2~4번은 이미 준비되어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AGENTS.md만 팀마다 다르고, 나머지는 모든 팀이 똑같이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30개 파일이지만 학생이 외울 필요는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셋의 차이가 킷을 이해하는 가장 큰 고비입니다.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학생이 가장 많이 막히던 지점을 미리 막아 둔 파일들입니다.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세 조각이면 대부분의 요청이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가짜로 전부 완성한 뒤 마지막에 진짜로 바꾸는 것이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4가지만 지켜도 무료 티어로 4주를 버틸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문장이 이 킷 전체의 원칙입니다.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182880" cy="18288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9264" y="134416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B70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IoT · 영상인식 스마트 제어 시스템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바이브 코딩 스타터 킷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AFC3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아주 쉽게 설명하는 개념 · 구성 · 사용법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886200"/>
            <a:ext cx="3840480" cy="320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FA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2학년 팀 프로젝트용 · 백엔드 / 프론트엔드 / 하드웨어 / 영상인식 4인 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킷이 뭔가요?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911535" cy="1572768"/>
          </a:xfrm>
          <a:prstGeom prst="roundRect">
            <a:avLst>
              <a:gd name="adj" fmla="val 5814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1810512"/>
            <a:ext cx="99971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7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AI에게 “우리 팀은 이렇게 만든다”를</a:t>
            </a:r>
            <a:endParaRPr lang="en-US" sz="27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27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적어 둔 설명서 묶음입니다.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3584448"/>
            <a:ext cx="420624" cy="420624"/>
          </a:xfrm>
          <a:prstGeom prst="ellipse">
            <a:avLst/>
          </a:prstGeom>
          <a:solidFill>
            <a:srgbClr val="E6E9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584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47872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짜주는 게 아닙니다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4151376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파일이 아니라 안내문입니다.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코드는 AI가 만듭니다.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3584448"/>
            <a:ext cx="420624" cy="420624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43400" y="3584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10328" y="3547872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설명할 필요 없습니다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910328" y="4151376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알아서 규칙을 지킵니다.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토큰이 그만큼 절약됩니다.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3584448"/>
            <a:ext cx="420624" cy="420624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3584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613648" y="3547872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따로 만들어도 합쳐집니다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8613648" y="4151376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지킬 약속이 문서로 정해져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있기 때문입니다.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13892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한마디로 — AI에게 매번 설명하는 대신, 한 번 적어 두고 계속 재사용합니다.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30936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구성 · 사용법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91153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필요한가요?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BEDED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828800"/>
            <a:ext cx="402336" cy="40233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562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D64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킷이 없으면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395728"/>
            <a:ext cx="4480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7A3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채팅을 새로 열 때마다 프로젝트를 처음부터 설명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7A3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질문에 매번 다른 구조의 코드가 나옴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7A3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4명이 만든 코드가 서로 안 맞아 합칠 때 충돌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7A3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설명하는 데만 토큰을 다 써버림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50876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E9F5EE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0" y="1828800"/>
            <a:ext cx="402336" cy="40233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8562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킷이 있으면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2395728"/>
            <a:ext cx="4480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A5C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“규칙 참고해줘” 한 줄이면 AI가 알아서 읽음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A5C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물어봐도 같은 구조의 코드가 나옴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A5C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지킬 약속이 정해져 있어 합칠 때 어긋나지 않음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A5C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토큰을 실제 기능 만드는 데 씀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8920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사람이 아니라 파일에 적어 두는 것 — 그게 이 킷이 하는 일의 전부입니다.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3492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바뀌어도, 팀원이 바뀌어도, 파일은 그대로 남습니다.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0936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구성 · 사용법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91153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비유로 이해하기 — 전학 온 조교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실력은 좋은데 우리 팀 사정을 전혀 모르는 조교입니다. 매번 설명하는 대신,</a:t>
            </a:r>
            <a:endParaRPr lang="en-US" sz="16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위에 안내문을 붙여두는 것이 이 킷입니다.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97480"/>
            <a:ext cx="566928" cy="56692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290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소개문 = AGENTS.md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822192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팀 주제, 부품 목록, 트리거 규칙을 적어 둔 한 장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2395728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697480"/>
            <a:ext cx="566928" cy="56692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4290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수칙 = rules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822192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“비밀번호는 코드에 적지 않는다” 같은 항상 지킬 규칙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0" y="2395728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697480"/>
            <a:ext cx="566928" cy="56692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🔧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4290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매뉴얼 = skills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822192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“센서 하나 추가할 땐 이 4단계로” 같은 방법 안내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조교가 안내문을 한 번 읽으면, 그다음부터는 짧게 시켜도 알아서 우리 방식대로 합니다.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30936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구성 · 사용법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91153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만드는 시스템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부분이 이어져 하나로 움직입니다. 팀원 4명이 한 부분씩 맡습니다.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60320" cy="2697480"/>
          </a:xfrm>
          <a:prstGeom prst="roundRect">
            <a:avLst>
              <a:gd name="adj" fmla="val 3571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0" y="22402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459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👁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346704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· 영상인식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70332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무언가를 알아챕니다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416052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 담당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38144" y="1965960"/>
            <a:ext cx="2560320" cy="2697480"/>
          </a:xfrm>
          <a:prstGeom prst="roundRect">
            <a:avLst>
              <a:gd name="adj" fmla="val 3571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43984" y="2240280"/>
            <a:ext cx="548640" cy="54864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4398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438144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602736" y="3346704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+ DB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602736" y="370332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판단하고 기억합니다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602736" y="416052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backend·db 담당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1965960"/>
            <a:ext cx="2560320" cy="2697480"/>
          </a:xfrm>
          <a:prstGeom prst="roundRect">
            <a:avLst>
              <a:gd name="adj" fmla="val 3571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2240280"/>
            <a:ext cx="548640" cy="54864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42048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🖐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236208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손발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346704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B70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5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370332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움직입니다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16052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hardware 담당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34272" y="1965960"/>
            <a:ext cx="2560320" cy="2697480"/>
          </a:xfrm>
          <a:prstGeom prst="roundRect">
            <a:avLst>
              <a:gd name="adj" fmla="val 3571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40112" y="2240280"/>
            <a:ext cx="548640" cy="54864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04011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🪞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9034272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거울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9198864" y="3346704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 대시보드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9198864" y="370332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보여줍니다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198864" y="416052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 담당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3255264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6053328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8851392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50" i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감지되면 → 백엔드가 판단해 → 도어락이 열리고 → 화면에 ‘열림’으로 표시됩니다.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630936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구성 · 사용법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91153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이루어져 있나요?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AFC3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4개 · 문서 묶음 1개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182880" cy="182880"/>
          </a:xfrm>
          <a:prstGeom prst="ellipse">
            <a:avLst/>
          </a:prstGeom>
          <a:solidFill>
            <a:srgbClr val="FFB703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구성 한눈에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11535" cy="841248"/>
          </a:xfrm>
          <a:prstGeom prst="roundRect">
            <a:avLst>
              <a:gd name="adj" fmla="val 10870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1664208"/>
            <a:ext cx="475488" cy="47548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50976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91056" y="16002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91056" y="192938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팀이 직접 채우는 프로젝트 정의서 한 장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17739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· 부품 목록 · 트리거 규칙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59736"/>
            <a:ext cx="10911535" cy="841248"/>
          </a:xfrm>
          <a:prstGeom prst="roundRect">
            <a:avLst>
              <a:gd name="adj" fmla="val 10870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50976" y="2642616"/>
            <a:ext cx="475488" cy="47548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50976" y="2642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591056" y="25786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.agents/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591056" y="290779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읽는 규칙·방법 묶음 (이미 완성됨)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7523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rules · skills · agents · workflows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10911535" cy="841248"/>
          </a:xfrm>
          <a:prstGeom prst="roundRect">
            <a:avLst>
              <a:gd name="adj" fmla="val 10870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0976" y="362102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0976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591056" y="35570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 frontend/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591056" y="38862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뇌와 거울 — FastAPI + Next.js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73075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파일은 미리 들어 있음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416552"/>
            <a:ext cx="10911535" cy="841248"/>
          </a:xfrm>
          <a:prstGeom prst="roundRect">
            <a:avLst>
              <a:gd name="adj" fmla="val 10870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0976" y="4599432"/>
            <a:ext cx="475488" cy="47548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50976" y="4599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591056" y="45354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vision/ pi/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591056" y="48646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눈과 손발 — 웹캠 클라이언트, 파이 데몬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47091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 모델 파일 포함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 는 설명서 묶음입니다 — 본편 2개(01·02)와 부록 A~F. 목차는 docs/README.md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30936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구성 · 사용법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91153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AGENTS.md — 팀이 채우는 단 한 장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세션을 시작할 때 가장 먼저 읽는 파일입니다. 여기만 우리 팀 것으로 채우면 나머지는 그대로 씁니다.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943600" cy="3246120"/>
          </a:xfrm>
          <a:prstGeom prst="roundRect">
            <a:avLst>
              <a:gd name="adj" fmla="val 2817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20848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채우는 칸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487168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주제 — 예: 스마트 출입 관리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액추에이터 목록 — 예: LED, 도어락, 부저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목록 — 예: 온습도, 조도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영상인식 감지 대상 — 예: 사람 감지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트리거 규칙 — 예: 사람 감지 시 조명 ON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역할 분담 — 이름 → 담당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9440" y="1874520"/>
            <a:ext cx="4754880" cy="3246120"/>
          </a:xfrm>
          <a:prstGeom prst="roundRect">
            <a:avLst>
              <a:gd name="adj" fmla="val 2817"/>
            </a:avLst>
          </a:prstGeom>
          <a:solidFill>
            <a:srgbClr val="FFF6E0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0" y="2103120"/>
            <a:ext cx="420624" cy="420624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1396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채웁니다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697480"/>
            <a:ext cx="4023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표는 AI에게 시키지 않습니다. 팀이 회의로 정한 내용을 그대로 적는 칸이라,</a:t>
            </a:r>
            <a:endParaRPr lang="en-US" sz="13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지어내면 그 뒤 모든 코드가 엉뚱한 방향으로 갑니다.</a:t>
            </a:r>
            <a:endParaRPr lang="en-US" sz="1350" dirty="0"/>
          </a:p>
          <a:p>
            <a:pPr algn="l" indent="0" marL="0">
              <a:lnSpc>
                <a:spcPct val="145000"/>
              </a:lnSpc>
              <a:buNone/>
            </a:pPr>
            <a:endParaRPr lang="en-US" sz="13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 → 무료 웹 ChatGPT/Claude로 정리 → 붙여넣기 순서로 채웁니다(부록A·B).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30936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구성 · 사용법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91153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.agents/ — AI가 읽는 규칙 묶음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D64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완성되어 있습니다. 다시 만들어 달라고 하지 않습니다.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11535" cy="804672"/>
          </a:xfrm>
          <a:prstGeom prst="roundRect">
            <a:avLst>
              <a:gd name="adj" fmla="val 11364"/>
            </a:avLst>
          </a:prstGeom>
          <a:solidFill>
            <a:srgbClr val="FAFBFD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0848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rules/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21031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 지킬 것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434840" y="2084832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121408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보안, 코딩 표준, DB·API 규칙 등 매번 적용되는 원칙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852928"/>
            <a:ext cx="10911535" cy="804672"/>
          </a:xfrm>
          <a:prstGeom prst="roundRect">
            <a:avLst>
              <a:gd name="adj" fmla="val 11364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60120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skills/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30358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때 보는 방법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434840" y="3017520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348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3054096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추가, DB 연동, 배포처럼 작업별 절차서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3785616"/>
            <a:ext cx="10911535" cy="804672"/>
          </a:xfrm>
          <a:prstGeom prst="roundRect">
            <a:avLst>
              <a:gd name="adj" fmla="val 11364"/>
            </a:avLst>
          </a:prstGeom>
          <a:solidFill>
            <a:srgbClr val="FAFBFD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60120" y="39502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2606040" y="39684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정의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434840" y="3950208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3484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3986784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backend·frontend·hardware·vision 등 담당과 금지 사항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4718304"/>
            <a:ext cx="10911535" cy="804672"/>
          </a:xfrm>
          <a:prstGeom prst="roundRect">
            <a:avLst>
              <a:gd name="adj" fmla="val 11364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60120" y="48828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workflows/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2606040" y="49011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절차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4434840" y="4882896"/>
            <a:ext cx="384048" cy="384048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3484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4919472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추가, 버그 수정, 하드웨어 전환 순서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7150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팀은 이걸 고치지 않습니다. 프롬프트에서 “참고해줘”라고 이름만 불러주면 됩니다.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30936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구성 · 사용법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91153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셋이 어떻게 다른가요?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93392" y="1828800"/>
            <a:ext cx="731520" cy="73152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93392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🚦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272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D64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법규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9300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언제나 지킨다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886200"/>
            <a:ext cx="2843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“신호를 지킨다”처럼 무슨 일을 하든 항상 적용됩니다.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55448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96712" y="1828800"/>
            <a:ext cx="731520" cy="73152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96712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📖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269748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23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31272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B70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요리 레시피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349300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때만 펼친다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636008" y="3886200"/>
            <a:ext cx="2843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“된장찌개 끓이는 법”처럼 그 작업을 할 때만 봅니다.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400032" y="18288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00032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🪪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269748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31272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명함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349300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뭘 맡는지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339328" y="3886200"/>
            <a:ext cx="2843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백엔드 담당”처럼 역할과 건드리지 않을 것을 정합니다.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074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 다 그냥 글로 적힌 문서입니다. 프로그램이 아니라 AI가 읽는 안내문입니다.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30936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구성 · 사용법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91153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만들어 둔 코드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8988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틀리는 부분만 교사가 먼저 만들어 두었습니다. 이 파일들은 다시 만들어 달라고 하지 않습니다.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19385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90195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backend/iot/base.py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1901952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장치가 지켜야 할 공통 약속(4개 메서드). Mock과 진짜 라즈베리파이가 같은 모양이 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2491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8833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backend/websocket_manager.py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688336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대시보드에 실시간으로 상태를 밀어주는 부분.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1129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47472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frontend/.../ConnectionBadge.tsx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3474720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연결됨/끊김 배지. Next.js 화면 깜빡임(Hydration) 오류를 미리 막아 둔 컴포넌트.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26110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frontend/.../statusColor.ts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4261104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초록=정상, 빨강=감지·경고, 회색=꺼짐. 팀마다 색이 달라지지 않게 고정.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08406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5084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04748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vision/yolov8n.pt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5047488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사람·사물 인식 모델(6MB). 30명이 동시에 내려받아 학내망이 막히는 일을 막습니다.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색·연결배지·모델까지 통일해 두면, 팀마다 결과물 완성도가 크게 흔들리지 않습니다.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30936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구성 · 사용법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91153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쓰나요?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AFC3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한 줄 공식 · 4주 흐름 · 토큰 아끼는 법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182880" cy="182880"/>
          </a:xfrm>
          <a:prstGeom prst="ellipse">
            <a:avLst/>
          </a:prstGeom>
          <a:solidFill>
            <a:srgbClr val="FFB703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프롬프트는 이 공식 하나면 됩니다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11535" cy="1417320"/>
          </a:xfrm>
          <a:prstGeom prst="roundRect">
            <a:avLst>
              <a:gd name="adj" fmla="val 6452"/>
            </a:avLst>
          </a:prstGeom>
          <a:solidFill>
            <a:srgbClr val="0F1F3D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B70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역할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011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너는 이 프로젝트의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backend-agent다.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B70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참고할 것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011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iot-endpoint-generator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SKILL.md를 따른다.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0" y="1691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B70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성공 기준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0" y="2011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버튼을 누르면 LED 상태가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 바뀌게 해줘.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420624" cy="420624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209544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부르면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813048"/>
            <a:ext cx="2862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담당의 규칙 파일이 자동으로 같이 읽힙니다. 규칙 이름을 하나하나 적을 필요가 없습니다.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343400" y="3246120"/>
            <a:ext cx="420624" cy="420624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4340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910328" y="3209544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“~해줘” 대신 “~되게 해줘”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4910328" y="3813048"/>
            <a:ext cx="2862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되면 완료인지 먼저 정하면, AI가 어영부영 끝내지 않습니다.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46720" y="3246120"/>
            <a:ext cx="420624" cy="420624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613648" y="3209544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결과는 학생이 직접 실행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8613648" y="3813048"/>
            <a:ext cx="2862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“됐습니다”라는 요약만 믿지 않습니다. 눈으로 확인한 것만 통과입니다.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0936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구성 · 사용법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91153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 동안 이렇게 진행합니다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2395728"/>
            <a:ext cx="10362895" cy="32004"/>
          </a:xfrm>
          <a:prstGeom prst="rect">
            <a:avLst/>
          </a:prstGeom>
          <a:solidFill>
            <a:srgbClr val="D9E0EA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219456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20240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2880360"/>
            <a:ext cx="2615184" cy="1965960"/>
          </a:xfrm>
          <a:prstGeom prst="roundRect">
            <a:avLst>
              <a:gd name="adj" fmla="val 4651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306324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341985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 + 대시보드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84048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가짜 장치로 백엔드·DB·화면을 먼저 완성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36592" y="2194560"/>
            <a:ext cx="438912" cy="43891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36592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730752" y="2880360"/>
            <a:ext cx="2615184" cy="1965960"/>
          </a:xfrm>
          <a:prstGeom prst="roundRect">
            <a:avLst>
              <a:gd name="adj" fmla="val 4651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730752" y="306324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58768" y="341985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영상인식 연결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384048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웹캠이 감지하면 자동으로 장치가 움직이게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52944" y="2194560"/>
            <a:ext cx="438912" cy="43891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52944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47104" y="2880360"/>
            <a:ext cx="2615184" cy="1965960"/>
          </a:xfrm>
          <a:prstGeom prst="roundRect">
            <a:avLst>
              <a:gd name="adj" fmla="val 4651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47104" y="306324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B70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3주차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41985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교체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48272" y="384048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가짜를 진짜 하드웨어로. 배선은 교사 입회 하에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369296" y="2194560"/>
            <a:ext cx="438912" cy="438912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369296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363456" y="2880360"/>
            <a:ext cx="2615184" cy="1965960"/>
          </a:xfrm>
          <a:prstGeom prst="roundRect">
            <a:avLst>
              <a:gd name="adj" fmla="val 4651"/>
            </a:avLst>
          </a:prstGeom>
          <a:solidFill>
            <a:srgbClr val="F1F4F9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363456" y="306324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4주차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491472" y="341985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배포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564624" y="3840480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C48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Supabase·Render·Vercel로 인터넷에 올리기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120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단계가 눈으로 확인되기 전에는 다음 단계로 넘어가지 않습니다.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30936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구성 · 사용법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91153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아끼는 법 · 하지 말 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49240" cy="2971800"/>
          </a:xfrm>
          <a:prstGeom prst="roundRect">
            <a:avLst>
              <a:gd name="adj" fmla="val 3077"/>
            </a:avLst>
          </a:prstGeom>
          <a:solidFill>
            <a:srgbClr val="E9F5EE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810512"/>
            <a:ext cx="402336" cy="40233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379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하세요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359152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A5C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규칙은 3개만 항상 켜기 — karpathy · security · coding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A5C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나머지는 역할을 부르면 자동으로 읽힙니다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A5C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단계가 바뀌면 새 채팅으로 시작하기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A5C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설치·커밋 같은 단순 작업은 직접 하기 (토큰 0)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508760"/>
            <a:ext cx="5349240" cy="2971800"/>
          </a:xfrm>
          <a:prstGeom prst="roundRect">
            <a:avLst>
              <a:gd name="adj" fmla="val 3077"/>
            </a:avLst>
          </a:prstGeom>
          <a:solidFill>
            <a:srgbClr val="FBEDED"/>
          </a:solidFill>
          <a:ln/>
          <a:effectLst>
            <a:outerShdw sx="100000" sy="100000" kx="0" ky="0" algn="bl" rotWithShape="0" blurRad="127000" dist="25400" dir="5400000">
              <a:srgbClr val="0F1F3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66560" y="1810512"/>
            <a:ext cx="402336" cy="40233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0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8379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D645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하지 마세요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2359152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7A3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있는 rules·skills를 다시 만들어 달라고 하기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7A3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비밀번호·API 키를 채팅에 붙여넣기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7A3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분석 없이 “전체를 다시 만들어줘”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7A3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실행해 보지 않고 “됐다”는 요약만 믿기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9377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 티어로 4주를 버티는 팀과 2주 만에 토큰이 바닥나는 팀의 차이는 왼쪽 4가지입니다.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30936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· 구성 · 사용법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911535" y="6309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 여기를 보세요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1B335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28800"/>
            <a:ext cx="384048" cy="38404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8196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docs/README.md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18288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BD8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문서를 언제 보는지 — 여기부터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1B3358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615184"/>
            <a:ext cx="384048" cy="38404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docs/01 · 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615184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BD8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설치·사용 매뉴얼과 진행 체크리스트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264408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1B3358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401568"/>
            <a:ext cx="384048" cy="38404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81328" y="33924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docs/부록A · B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40156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BD8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주제 정하기, AGENTS.md 작성법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050792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1B3358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187952"/>
            <a:ext cx="384048" cy="38404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81328" y="4178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docs/부록C · 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18795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BD8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백엔드↔라즈베리파이 약속, 테스트 시스템 연동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074920"/>
            <a:ext cx="3840480" cy="320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349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만든 코드는 반드시 직접 실행해서 눈으로 확인합니다.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8FA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그것까지가 우리 팀의 작업입니다.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· 영상인식 스마트 제어 시스템 — AI 바이브 코딩 스타터 킷</dc:title>
  <dc:subject>PptxGenJS Presentation</dc:subject>
  <dc:creator>IoT 스타터 킷</dc:creator>
  <cp:lastModifiedBy>IoT 스타터 킷</cp:lastModifiedBy>
  <cp:revision>1</cp:revision>
  <dcterms:created xsi:type="dcterms:W3CDTF">2026-08-30T14:36:38Z</dcterms:created>
  <dcterms:modified xsi:type="dcterms:W3CDTF">2026-08-30T14:36:38Z</dcterms:modified>
</cp:coreProperties>
</file>