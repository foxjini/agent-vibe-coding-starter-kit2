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영상인식 스마트 제어 시스템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라즈베리파이 5 담당자를 위한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스타터 킷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경험이 없어도 괜찮아요 — 팀과 착착 맞춰 협업하는 첫걸음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64128" y="4114800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1638" y="4312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81248" y="5047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87088" y="4325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044288" y="4114800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798" y="43123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61408" y="5047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67248" y="4325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324448" y="4114800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58" y="43123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1568" y="5047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손발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147408" y="4325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7604608" y="4114800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118" y="431231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21728" y="5047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61264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백엔드(DB 포함) 팀원과 함께 보는 협업 온보딩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자료를 보는 이유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723095"/>
            <a:ext cx="266273" cy="266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154533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완성된 팀 코드가 있어요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16736" y="1874520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· 백엔드 · DB는 이미 어느 정도 만들어져 있고, 대시보드도 실시간으로 동작하고 있어요.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89352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2715768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이제부터 라즈베리파이는 내 담당이에요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16736" y="3044952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장치(Mock)로 만들어 둔 부분을 진짜 라즈베리파이로 바꾸는 작업부터 이어받아요.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41064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06395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16736" y="388620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걸 다 알 필요는 없어요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16736" y="4215384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'시스템이 어떻게 굴러가는지'와 '백엔드 팀원과 무엇을 맞춰야 하는지', 이 두 가지만 알면 충분해요.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111496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5234391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5056632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자료 하나면 충분해요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16736" y="5385816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짧게 훑어보는 것만으로 전체 그림과 협업 방법을 파악할 수 있도록 만들었어요.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만드는 시스템, 한 문장으로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EAF2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628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카메라가 무언가를 감지하면  →  자동으로 장치가 반응하고  →  화면에서 실시간으로 확인한다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 예시 (스마트 출입 관리)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484778" cy="2148840"/>
          </a:xfrm>
          <a:prstGeom prst="roundRect">
            <a:avLst>
              <a:gd name="adj" fmla="val 5106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2409" y="3931920"/>
            <a:ext cx="777240" cy="7772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947" y="41184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89204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카메라에 잡히면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33418" y="4160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53458" y="3657600"/>
            <a:ext cx="3484778" cy="2148840"/>
          </a:xfrm>
          <a:prstGeom prst="roundRect">
            <a:avLst>
              <a:gd name="adj" fmla="val 5106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07228" y="3931920"/>
            <a:ext cx="777240" cy="7772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765" y="41184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2058" y="489204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도어락이 자동으로 열리고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838237" y="4160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158277" y="3657600"/>
            <a:ext cx="3484778" cy="2148840"/>
          </a:xfrm>
          <a:prstGeom prst="roundRect">
            <a:avLst>
              <a:gd name="adj" fmla="val 5106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12046" y="3931920"/>
            <a:ext cx="777240" cy="7772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584" y="411845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6877" y="489204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대시보드에 '열림'으로 표시돼요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몸에 비유해서 이해해요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용어 대신, 우리 몸의 역할로 시스템을 기억해요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416052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5372" y="1947672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828" y="216712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눈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465576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· 영상인식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무언가를 알아채요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0824" y="1691640"/>
            <a:ext cx="2567864" cy="416052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17556" y="1947672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012" y="216712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7984" y="30632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뇌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7984" y="3465576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+ DB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73704" y="37947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판단하고 기억해요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3008" y="1691640"/>
            <a:ext cx="2567864" cy="4160520"/>
          </a:xfrm>
          <a:prstGeom prst="roundRect">
            <a:avLst>
              <a:gd name="adj" fmla="val 4273"/>
            </a:avLst>
          </a:prstGeom>
          <a:solidFill>
            <a:srgbClr val="EAF2FF"/>
          </a:solidFill>
          <a:ln w="19050">
            <a:solidFill>
              <a:srgbClr val="0064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31140" y="194767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18" name="Text 14"/>
          <p:cNvSpPr/>
          <p:nvPr/>
        </p:nvSpPr>
        <p:spPr>
          <a:xfrm>
            <a:off x="6831140" y="1947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역할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059740" y="2459736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96" y="2679192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0168" y="3575304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손발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70168" y="3977640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15888" y="4306824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움직여요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75191" y="1691640"/>
            <a:ext cx="2567864" cy="416052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901923" y="1947672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379" y="2167128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12351" y="3063240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거울(화면)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12351" y="3465576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대시보드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258071" y="37947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보여줘요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팀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사람이 각자 한 부분씩 맡아서 하나의 시스템을 완성해요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1965960"/>
          </a:xfrm>
          <a:prstGeom prst="roundRect">
            <a:avLst>
              <a:gd name="adj" fmla="val 558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7420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368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5740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담당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65960" y="2532888"/>
            <a:ext cx="3695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화면을 만들어요 (거울 역할)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691640"/>
            <a:ext cx="5387188" cy="1965960"/>
          </a:xfrm>
          <a:prstGeom prst="roundRect">
            <a:avLst>
              <a:gd name="adj" fmla="val 558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75908" y="2217420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364" y="24368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3188" y="205740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· DB 담당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673188" y="2532888"/>
            <a:ext cx="3695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로직과 기록을 관리해요 (뇌 역할)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87188" cy="1965960"/>
          </a:xfrm>
          <a:prstGeom prst="roundRect">
            <a:avLst>
              <a:gd name="adj" fmla="val 558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457700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6771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9768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담당 (선택)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65960" y="4773168"/>
            <a:ext cx="3695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카메라로 대상을 인식해요 (눈 역할)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5868" y="3931920"/>
            <a:ext cx="5387188" cy="1965960"/>
          </a:xfrm>
          <a:prstGeom prst="roundRect">
            <a:avLst>
              <a:gd name="adj" fmla="val 5581"/>
            </a:avLst>
          </a:prstGeom>
          <a:solidFill>
            <a:srgbClr val="EAF2FF"/>
          </a:solidFill>
          <a:ln w="19050">
            <a:solidFill>
              <a:srgbClr val="0064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75908" y="4457700"/>
            <a:ext cx="914400" cy="9144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364" y="467715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73188" y="429768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담당 (나)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673188" y="4773168"/>
            <a:ext cx="3695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장치를 움직여요 (손발 역할)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동작 흐름, 화살표로 보면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만드는 라즈베리파이는 뇌(백엔드)하고만 직접 대화해요 — 카메라나 화면 쪽 코드는 몰라도 괜찮아요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1005840" cy="10058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242" y="19787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52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(카메라 · 비전)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592928" y="1737360"/>
            <a:ext cx="1005840" cy="10058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29" y="1978762"/>
            <a:ext cx="523037" cy="5230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5728" y="2852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(백엔드 + DB)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0180015" y="1737360"/>
            <a:ext cx="1005840" cy="100584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417" y="1978762"/>
            <a:ext cx="523037" cy="5230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22815" y="2852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거울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(대시보드)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2011680" y="201168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6598768" y="201168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3535528" y="397764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19050">
            <a:solidFill>
              <a:srgbClr val="0064E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81448" y="4178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17" name="Text 12"/>
          <p:cNvSpPr/>
          <p:nvPr/>
        </p:nvSpPr>
        <p:spPr>
          <a:xfrm>
            <a:off x="5181448" y="4178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만드는 연결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21528" y="4572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3809848" y="5102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초마다 물어보고, 반영한 뒤 결과를 보고해요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12768" y="562356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468" y="574426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52848" y="5623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손발(라즈베리파이) — 내 역할!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내가 만드는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723095"/>
            <a:ext cx="266273" cy="266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154533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pi/main.py 프로그램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16736" y="1874520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파일 하나가 우리 팀 라즈베리파이의 두뇌 역할을 해요.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89352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2715768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LED, 도어락 같은 실제 장치 제어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16736" y="3044952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gpiozero 라이브러리로 GPIO 핀에 연결된 장치를 켜고 끄고 조작해요.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41064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06395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16736" y="388620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백엔드에 묻고, 반영하고, 보고하기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16736" y="4215384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“지금 뭘 해야 해?” → 실제로 반영 → “다 했어요” 순서를 반복해요.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111496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5234391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5056632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배선은 선생님과 함께, 안전하게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16736" y="5385816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전원을 반드시 끈 상태에서 연결하고, 첫 연결은 선생님 입회 하에 진행해요.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463040" y="2743200"/>
            <a:ext cx="92656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꼭 알아야 할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개념 3가지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63040" y="379476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3가지만 이해하면 백엔드 팀원과 대화가 통해요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가짜 장치로 먼저 연습해요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Mock(가짜 장치)으로 전체 시스템을 완성한 뒤, 마지막에 진짜로 바꿔요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8212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6" name="Text 4"/>
          <p:cNvSpPr/>
          <p:nvPr/>
        </p:nvSpPr>
        <p:spPr>
          <a:xfrm>
            <a:off x="1238212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+ 대시보드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장치로 백엔드·DB·화면을 완성해요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16504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0824" y="205740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0396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12" name="Text 10"/>
          <p:cNvSpPr/>
          <p:nvPr/>
        </p:nvSpPr>
        <p:spPr>
          <a:xfrm>
            <a:off x="4080396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73704" y="292608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연동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73704" y="365760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영상인식이 자동으로 장치를 제어하도록 연결해요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58688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205740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EAF2FF"/>
          </a:solidFill>
          <a:ln w="19050">
            <a:solidFill>
              <a:srgbClr val="006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2258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58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5888" y="292608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교체 (나)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15888" y="365760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장치를 진짜 라즈베리파이로 바꿔요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00871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5191" y="205740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64763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64E0"/>
          </a:solidFill>
          <a:ln/>
        </p:spPr>
      </p:sp>
      <p:sp>
        <p:nvSpPr>
          <p:cNvPr id="24" name="Text 22"/>
          <p:cNvSpPr/>
          <p:nvPr/>
        </p:nvSpPr>
        <p:spPr>
          <a:xfrm>
            <a:off x="9764763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58071" y="292608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배포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58071" y="365760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시스템을 인터넷에 올려요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내가 배선을 연결하기 전에 이미 나머지 시스템은 완성되어 검증까지 끝나 있어요.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내가 먼저 백엔드에 물어보러 가요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통신 방식을 “폴링(polling)”이라고 불러요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택배 조회 앱을 계속 새로고침하듯, 라즈베리파이가 몇 초마다 백엔드에 “지금 뭘 해야 해?” 라고 물어봐요.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346045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3282696"/>
            <a:ext cx="459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백엔드가 먼저 연락하지 않나요?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16736" y="3611880"/>
            <a:ext cx="459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라즈베리파이는 고정된 인터넷 주소가 없어요. 그래서 백엔드가 먼저 연락할 방법이 없어요.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333756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623" y="346045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6824" y="3282696"/>
            <a:ext cx="459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내가 먼저 찾아가요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46824" y="3611880"/>
            <a:ext cx="459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2~5초마다 내가 백엔드에 접속해서 물어보고, 반영한 결과를 알려줘요.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501493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16736" y="483717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폴링 주기는 2~5초를 권장해요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316736" y="516636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짧으면 불필요한 요청이 쌓이고, 너무 길면 버튼을 눌러도 늦게 반응하는 것처럼 느껴져요.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백엔드 팀원과 반드시 맞춰야 할 3가지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484778" cy="3749040"/>
          </a:xfrm>
          <a:prstGeom prst="roundRect">
            <a:avLst>
              <a:gd name="adj" fmla="val 3149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9549" y="1984248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060" y="2181758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7180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똑같은 비밀번호 (API 키)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backend/.env와 pi/.env의 DEVICE_API_KEY가 글자 하나까지 같아야 해요. 하나라도 다르면 대화가 막혀요.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3458" y="1691640"/>
            <a:ext cx="3484778" cy="3749040"/>
          </a:xfrm>
          <a:prstGeom prst="roundRect">
            <a:avLst>
              <a:gd name="adj" fmla="val 3149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84368" y="1984248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2181758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2058" y="297180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 이름표 (device ID) 목록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27778" y="370332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백엔드·DB 팀원이 정한 장치 이름(예: door_lock_1)을 그대로 써야 해요. 내가 임의로 새 이름을 만들면 안 돼요.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8277" y="1691640"/>
            <a:ext cx="3484778" cy="3749040"/>
          </a:xfrm>
          <a:prstGeom prst="roundRect">
            <a:avLst>
              <a:gd name="adj" fmla="val 3149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89186" y="1984248"/>
            <a:ext cx="822960" cy="8229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696" y="2181758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6877" y="297180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백엔드가 있는 주소 (URL)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32597" y="370332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중에는 팀원 PC의 로컬 IP 주소예요. localhost는 라즈베리파이 자기 자신을 가리키므로 쓸 수 없어요.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자세한 목록은 docs/백엔드-라즈베리파이5-연동-인터페이스-가이드.md 문서에 정리되어 있어요.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이렇게 대화해요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도어락(door_lock_1)을 여는 상황으로 예를 들어볼게요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3017520"/>
          </a:xfrm>
          <a:prstGeom prst="roundRect">
            <a:avLst>
              <a:gd name="adj" fmla="val 3636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8129" y="2103120"/>
            <a:ext cx="685800" cy="6858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721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내가 물어봐요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door_lock_1, 지금 뭘로 되어 있어야 해? ”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33418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53458" y="1828800"/>
            <a:ext cx="3484778" cy="301752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9050">
            <a:solidFill>
              <a:srgbClr val="0064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52948" y="2103120"/>
            <a:ext cx="685800" cy="6858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40" y="22677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6338" y="29260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백엔드가 답해요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82058" y="342900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desired_state: open (열림) ”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838237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158277" y="1828800"/>
            <a:ext cx="3484778" cy="3017520"/>
          </a:xfrm>
          <a:prstGeom prst="roundRect">
            <a:avLst>
              <a:gd name="adj" fmla="val 3636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57766" y="2103120"/>
            <a:ext cx="685800" cy="68580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22677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29260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내가 실제로 열고 나서 보고해요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86877" y="342900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door_lock_1, 방금 열었어요! ”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3번의 대화가 2~5초마다 계속 반복돼요. 실제로는 JSON이라는 형식의 짧은 텍스트로 오고 가지만, 뜻은 이 3문장과 같아요.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내가 실습할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3454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75564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라즈베리파이에서 가상환경을 만들고 gpiozero, lgpio를 설치해요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203454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9" name="Text 7"/>
          <p:cNvSpPr/>
          <p:nvPr/>
        </p:nvSpPr>
        <p:spPr>
          <a:xfrm>
            <a:off x="6507328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3128" y="175564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백엔드 PC의 IP 주소를 받아서 pi/.env의 BACKEND_URL에 입력해요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8902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31012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AI(하드웨어 에이전트)에게 프롬프트로 실제 제어 프로그램을 요청해요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8728" y="320040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7328" y="358902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17" name="Text 15"/>
          <p:cNvSpPr/>
          <p:nvPr/>
        </p:nvSpPr>
        <p:spPr>
          <a:xfrm>
            <a:off x="6507328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93128" y="331012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배선을 연결하기 전, 가짜 응답으로 먼저 폴링 로직을 테스트해요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14350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86460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전원을 끈 상태에서, 선생님과 함께 배선을 연결해요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8728" y="4754880"/>
            <a:ext cx="5364328" cy="1280160"/>
          </a:xfrm>
          <a:prstGeom prst="roundRect">
            <a:avLst>
              <a:gd name="adj" fmla="val 8571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7328" y="514350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sp>
        <p:nvSpPr>
          <p:cNvPr id="25" name="Text 23"/>
          <p:cNvSpPr/>
          <p:nvPr/>
        </p:nvSpPr>
        <p:spPr>
          <a:xfrm>
            <a:off x="6507328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3128" y="4864608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대시보드에서 실제로 장치가 반응하는지 눈으로 확인해요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코딩을 다 몰라도 괜찮아요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에이전트에게 “역할 + 참고 문서”만 말해주면 코드를 대신 만들어줘요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72309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54533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실행하고 눈으로 확인하는 사람이에요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16736" y="187452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코드를 그대로 믿지 않고, 직접 실행해서 진짜 동작하는지 확인해요.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3294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프롬프트를 입력해요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1036289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이 프로젝트의 hardware-agent다. .agents/rules/hardware-rules.md와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.agents/skills/hardware-integration/SKILL.md를 따른다.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docs/백엔드-라즈베리파이5-연동-인터페이스-가이드.md의 3장 REST 계약대로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pi/main.py의 폴링 루프(desired-state 조회 → gpiozero 반영 → state 보고)를 만들어줘.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막히면 이렇게 확인해요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막히는 부분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916936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backend/.env와 pi/.env의 DEVICE_API_KEY를 다시 대조해요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630168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941064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요청한 장치 이름(ID)이 devices 테이블 시드값과 같은지 확인해요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4654296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연결이 안 돼요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965192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BACKEND_URL(팀원 PC의 IP)과 Windows 방화벽 설정을 확인해요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78728" y="160020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4F8FF"/>
          </a:solidFill>
          <a:ln w="12700">
            <a:solidFill>
              <a:srgbClr val="D7E4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53048" y="1874520"/>
            <a:ext cx="502920" cy="50292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199522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3128" y="1920240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이럴 때는 이 문서를 보세요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53048" y="26060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설치·실행 순서 전체가 궁금할 때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53048" y="2916936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학생용 설치 및 사용 매뉴얼 (docs/)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553048" y="3630168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백엔드와 주고받는 정확한 형식이 궁금할 때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53048" y="3941064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백엔드-라즈베리파이5 연동 인터페이스 가이드 (docs/)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53048" y="4654296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배선·안전 수칙이 궁금할 때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53048" y="4965192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.agents/rules/hardware-rules.md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완성해요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205740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걸 다 알 필요는 없어요. 오늘 배운 개념 3가지와 실습 체크리스트만 있으면,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팀원과 충분히 손발을 맞출 수 있어요.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13294F"/>
          </a:solidFill>
          <a:ln/>
        </p:spPr>
      </p:sp>
      <p:sp>
        <p:nvSpPr>
          <p:cNvPr id="5" name="Shape 3"/>
          <p:cNvSpPr/>
          <p:nvPr/>
        </p:nvSpPr>
        <p:spPr>
          <a:xfrm>
            <a:off x="1978609" y="3474720"/>
            <a:ext cx="594360" cy="5943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256" y="36173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20624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똑같은 API 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68698" y="3246120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13294F"/>
          </a:solidFill>
          <a:ln/>
        </p:spPr>
      </p:sp>
      <p:sp>
        <p:nvSpPr>
          <p:cNvPr id="9" name="Shape 6"/>
          <p:cNvSpPr/>
          <p:nvPr/>
        </p:nvSpPr>
        <p:spPr>
          <a:xfrm>
            <a:off x="5798668" y="3474720"/>
            <a:ext cx="594360" cy="5943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314" y="36173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420624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장치 이름표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88757" y="3246120"/>
            <a:ext cx="3454298" cy="1600200"/>
          </a:xfrm>
          <a:prstGeom prst="roundRect">
            <a:avLst>
              <a:gd name="adj" fmla="val 6857"/>
            </a:avLst>
          </a:prstGeom>
          <a:solidFill>
            <a:srgbClr val="13294F"/>
          </a:solidFill>
          <a:ln/>
        </p:spPr>
      </p:sp>
      <p:sp>
        <p:nvSpPr>
          <p:cNvPr id="13" name="Shape 9"/>
          <p:cNvSpPr/>
          <p:nvPr/>
        </p:nvSpPr>
        <p:spPr>
          <a:xfrm>
            <a:off x="9618726" y="3474720"/>
            <a:ext cx="594360" cy="594360"/>
          </a:xfrm>
          <a:prstGeom prst="ellipse">
            <a:avLst/>
          </a:prstGeom>
          <a:solidFill>
            <a:srgbClr val="0064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372" y="361736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5917" y="420624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백엔드 주소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8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팀의 IoT · 영상인식 스마트 제어 시스템, 끝까지 함께 만들어요.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5 담당자 온보딩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2026-08-22T06:08:13Z</dcterms:created>
  <dcterms:modified xsi:type="dcterms:W3CDTF">2026-08-22T06:08:13Z</dcterms:modified>
</cp:coreProperties>
</file>